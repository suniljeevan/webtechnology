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01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35" r:id="rId21"/>
    <p:sldId id="425" r:id="rId22"/>
    <p:sldId id="426" r:id="rId23"/>
    <p:sldId id="427" r:id="rId24"/>
    <p:sldId id="428" r:id="rId25"/>
    <p:sldId id="429" r:id="rId26"/>
    <p:sldId id="430" r:id="rId27"/>
    <p:sldId id="431" r:id="rId28"/>
    <p:sldId id="432" r:id="rId29"/>
    <p:sldId id="433" r:id="rId30"/>
    <p:sldId id="436" r:id="rId31"/>
    <p:sldId id="437" r:id="rId32"/>
    <p:sldId id="43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DA02-36D5-1E75-B453-FB8DF4FC9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4920B-EFD1-5412-C6D0-D7E1AEAE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8D5D-1E6A-D9A1-6097-E0496DB2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CED08-06EF-3D0A-8A53-A20E8B7A2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FEAEF-D24B-FD5C-8C5B-BD38AEBE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55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2BC0-B72E-45D6-66C9-97B83E7A2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57A3-CF76-3BBE-DFFA-B6A165184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C936E-47CC-2B33-6EDC-E5519BAF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65313-5873-B96A-755B-3DEFC839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08D72-997A-A8C7-ED17-21CFC5693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8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2900-7559-18AF-04C7-3FE73926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0CA55-D88B-A515-EAD0-202A18068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5584-7485-D4BD-A5DE-D36C72A0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D49D6-A865-3EF4-06BC-7AEAE427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9A53D-58C4-2625-16D2-90643CE3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69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CA6E-1A37-79BE-A18B-518D42C39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C959-D583-9040-14CA-5AFB71388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30951-7E53-49B7-BB63-6FB457D88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39D43-53D8-8E13-7018-98B452CC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22C88-9815-256E-387C-EA90B66C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666AD-94E1-7D71-8960-40051A8C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20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F3D3-5252-213C-2024-CC67D090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D8842-D834-395E-5D06-7A4144185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3A9B2-8934-7F16-1A75-3F06EB9DD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F7EDF-333B-81D9-A1EA-E437BB17E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99062-7925-3B21-C69D-4C27E3B57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4BD4B-9421-2DDF-272B-C54549DD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BEA4D-3D1F-0A10-201B-3B6F4CD1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EFDE9-ACE1-2C6E-4416-68719B89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5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8754-B004-5D8C-0566-2438BE92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7F633-4BCF-D524-0814-2F498CC9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87CAA-8411-37C5-D6A4-6B8F8CC0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5A463-5DCF-3DE4-C23F-8F3953AE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14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0D7C1-B8DD-1F8F-2D98-6393F1F9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FA8F1-96C7-5E60-1985-4013FEC4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8D37D-A302-F3CF-1BC7-B7211478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0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709C-8D9B-2C0E-AD55-2BC4F8B5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FBE24-C600-06C4-2327-2941D8945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51FC5-4296-D111-F9AD-843F6BFE1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6878B-612B-3B61-510B-28C88A99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DAD4D-F74E-5E53-7213-FAAAA8F8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F4896-093C-A774-5ABB-CBDC9ABB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5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C153-17DB-CFEC-CD8F-DA6FFBFC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B2237-26BB-BF40-58FE-0FF0CABE8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6B28B-7522-519D-5F6C-F03DCB2A9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FF1DD-C6AA-F1C9-92D7-F9F108F1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8F60E-BE05-239E-3E3B-C4DFF4B23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441AB-5B85-D7BD-DED3-1E517B72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69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E7D0-F597-60C7-D3B8-DC54D917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C6B01-69E0-4D89-D076-5E9F84858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8DBA0-F75D-9B0C-557E-48B0DBB8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FC4F3-A891-75B3-F091-A8D067FC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165AC-F4A8-7422-EAC3-6E3D720A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02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0182D-B0F3-346C-247B-8F9ABED8F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F37BC-53DA-6C81-60A2-739F692C8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5940F-3604-52CF-B521-3A29FBD3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44952-A67B-AF60-ABEA-3031B405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3E386-AD1C-010B-F644-8E7B402B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161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97C7C-E21C-734B-98CD-F55724ED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2F747-249E-DBE0-B818-89B2C93DE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F77DE-8C61-A1EF-F62D-1F62B2598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AE7CD-C2FF-4AE9-82EA-6084183DA1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24289-5D37-4D7F-EA03-BD98BC98E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251C0-B2A0-7AA8-74CB-CBAF23E59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C2958-F950-4EE9-B8B3-2F14AC226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31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66CC-5858-0F28-577F-F7B8092D6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35469"/>
          </a:xfrm>
        </p:spPr>
        <p:txBody>
          <a:bodyPr>
            <a:normAutofit/>
          </a:bodyPr>
          <a:lstStyle/>
          <a:p>
            <a:r>
              <a:rPr lang="en-US" sz="5400" b="1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MODULE III:  </a:t>
            </a:r>
            <a:br>
              <a:rPr lang="en-US" sz="5400" b="1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</a:br>
            <a:r>
              <a:rPr lang="en-US" sz="5400" b="1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PHP 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7F346-9B17-E937-374B-7C01952B9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49601"/>
          </a:xfrm>
        </p:spPr>
        <p:txBody>
          <a:bodyPr>
            <a:noAutofit/>
          </a:bodyPr>
          <a:lstStyle/>
          <a:p>
            <a:pPr algn="just"/>
            <a:r>
              <a:rPr lang="en-US" sz="2800" b="1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PHP: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 Introduction to server-side Development with PHP, Arrays, and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Superglobals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Noto Serif CJK SC"/>
                <a:cs typeface="Times New Roman" panose="02020603050405020304" pitchFamily="18" charset="0"/>
              </a:rPr>
              <a:t>, Arrays, $GET and $ POST, Super global Arrays, $_SERVER Array, $_Files Array, Reading/Writing Files, PHP Classes and Objects, Object, Classes and Objects in PHP, Object Oriented Design, Working with Databases, SQL, Database APIs, Managing a MySQL Database. Accessing MySQL in PHP</a:t>
            </a:r>
            <a:endParaRPr lang="en-IN" sz="2800" kern="100" dirty="0">
              <a:effectLst/>
              <a:latin typeface="Times New Roman" panose="02020603050405020304" pitchFamily="18" charset="0"/>
              <a:ea typeface="Noto Serif CJK SC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66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42AD-618E-0AF6-566B-0A87F3FE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Database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A100-70B6-ADDC-2A37-CF0D43665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500820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PHP, you can connect to and manipulate databases.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is the most popular database system used with PHP.</a:t>
            </a:r>
          </a:p>
          <a:p>
            <a:pPr marL="0" indent="0" algn="just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MySQL?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is a database system used on the web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is a database system that runs on a server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is ideal for both small and large 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is very fast, reliable, and easy to 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uses standard SQL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compiles on a number of platforms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is free to download and 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is developed, distributed, and supported by Oracle Corporation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3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71190-2644-29FA-BC3C-79EDDD40D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in a MySQL database are stored in tables. A table is a collection of related data, and it consists of columns and rows.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Databases are useful for storing information categorically. A company may have a database with the following tables: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92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628C-6710-34B1-701E-E91498D9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Connect to MySQL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9892A-CC30-9DF7-4947-CC4079C2D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5 and later can work with a MySQL database using: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extension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(the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stands for improved)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PDO (PHP Data Objects)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65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9BFF-9B2C-5857-7495-7CBEB7EE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Object-Oriented)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BBAC9-3A2C-783A-04DC-A1A457950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8"/>
            <a:ext cx="10515600" cy="5155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$password);</a:t>
            </a:r>
          </a:p>
          <a:p>
            <a:pPr marL="0" indent="0">
              <a:buNone/>
            </a:pP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"Connected successfully";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781754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9FBE-DB5C-2932-F7E2-E2959DF3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Create a MySQL Database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8183-F999-CD10-449D-A5D1C5D6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database consists of one or more tables.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statement is used to create a database in MySQL.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096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A94C3-F740-BA29-9309-A9E85ACB1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Create database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"CREATE DATABASE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=== TRUE)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"Database created successfully";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"Error creating database: " . $conn-&gt;error;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44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D55E-1DB9-A025-81B8-0F2E32EA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Create Table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CE7F6-AD04-2519-8C0A-3A9908E2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database table has its own unique name and consists of columns and rows.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CREATE TABLE statement is used to create a table in MySQL.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</p:txBody>
      </p:sp>
    </p:spTree>
    <p:extLst>
      <p:ext uri="{BB962C8B-B14F-4D97-AF65-F5344CB8AC3E}">
        <p14:creationId xmlns:p14="http://schemas.microsoft.com/office/powerpoint/2010/main" val="1476364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5ABEE-C998-09DD-1134-39EEE5C80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948"/>
            <a:ext cx="10515600" cy="57050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table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"CREATE TABLE Employee (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INT(6) UNSIGNED AUTO_INCREMENT PRIMARY KEY,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VARCHAR(30),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INT(10),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VARCHAR(50),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INT(6)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)";</a:t>
            </a:r>
          </a:p>
        </p:txBody>
      </p:sp>
    </p:spTree>
    <p:extLst>
      <p:ext uri="{BB962C8B-B14F-4D97-AF65-F5344CB8AC3E}">
        <p14:creationId xmlns:p14="http://schemas.microsoft.com/office/powerpoint/2010/main" val="3295452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2CAD9-C226-79F8-FB50-CC94F227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=== TRUE)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"Table Employee created successfully";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"Error creating table: " . $conn-&gt;error;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72053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C59B-FD26-307D-6243-F968DECB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Insert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5E053-CC86-B190-070A-24356CC6A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a database and a table have been created, we can start adding data in them.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syntax rules to follow: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SQL query must be quoted in PHP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values inside the SQL query must be quoted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values must not be quoted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word NULL must not be quoted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93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0E08D-288D-1150-898B-5B3D1EC82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INSERT INTO statement is used to add new records to a MySQL table: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b="0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(column1, column2, column3,...)</a:t>
            </a:r>
            <a:b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VALUES (value1, value2, value3,...)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60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C0287-1994-BE4C-C8E8-CDDFD4C3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AF7E5-055C-D734-2E31-EFDEF78C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46922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1465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0AB61-0C60-39B2-C221-18285FD59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"INSERT INTO Employee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Mobile, Email, Salary)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(1, 'Harshith', 123456, 'harshith@gmail.com', 50000)";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=== TRUE)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"New record created successfully";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"Error: " .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 . $conn-&gt;error;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537793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6177-2D10-D3AC-785B-ED67BD319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Insert Multiple Records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E8FF-42DC-BFD7-D841-E7DB8031B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0171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715A7-0F5E-D937-EF44-A9AECF3E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"INSERT INTO Employee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Mobile, Email, Salary)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(2, 'Vihaan', 995562, 'vihaan@gmail.com', 60000);";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.= "INSERT INTO Employee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Mobile, Email, Salary)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(3, 'Virat', 778866, 'virat@gmail.com', 70000);";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.= "INSERT INTO Employee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Mobile, Email, Salary)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(4, 'Arun', 223345, 'arun@gmail.com', 40000)";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multi_query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=== TRUE)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"New records created successfully";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"Error: " .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 . $conn-&gt;error;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8846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59CB-0E0D-F7E3-6032-0EACDE5F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Select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CB911-90E9-CE18-84A7-824E0532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 statement is used to select data from one or more tables: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 FROM </a:t>
            </a:r>
            <a:r>
              <a:rPr lang="en-US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we can use the * character to select ALL columns from a table: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</a:t>
            </a:r>
            <a:r>
              <a:rPr lang="en-US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I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250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5388-2CC9-1252-798B-F782F51F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61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835C5-D691-FA67-9817-F60AD3374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4736"/>
            <a:ext cx="10515600" cy="55981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2929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3E1A8-9D67-4D49-D9AC-908A71514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71"/>
            <a:ext cx="10515600" cy="56066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 FROM Employee";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$result = 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($result-&gt;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num_rows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output data of each row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while($row = $result-&gt;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fetch_assoc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echo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id: ". $row["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 " - Name: ". $row["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 "  - Salary: " . $row["Salary"] .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echo "0 results";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605766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00A1B-F9AB-8429-A6E8-BBC2ED08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set up an SQL query that selects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Salary columns from the Employee table.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line of code runs the query and puts the resulting data into a variable called $result.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num_rows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if there are more than zero rows returned.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more than zero rows returned, the function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fetch_assoc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puts all the results into an associative array that we can loop through.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while() loop loops through the result set and outputs the data from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Salary columns.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259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796A-64C6-5E23-8E6E-08ED3C9F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Use The WHERE Clause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A0AA-04EE-10EB-264D-5B68B7D4F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WHERE clause is used to filter records.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WHERE clause is used to extract only those records that fulfill a specified condition.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0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(s) FROM </a:t>
            </a:r>
            <a:r>
              <a:rPr lang="en-US" b="0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b="0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operator value 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957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D415-F7A2-C79A-1964-EEE39CA0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A7855-43B2-59C5-E596-CC96707C4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0318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E912-AA5F-53AC-66AA-21E7806CB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964" y="523081"/>
            <a:ext cx="10515600" cy="58118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"SELECT * FROM Employee WHERE Salary &gt;= 50000";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$result = 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($result-&gt;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num_rows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// output data of each row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while($row = $result-&gt;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fetch_assoc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echo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id: ". $row["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 " - Name: ". $row["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"]. " - Salary " . $row["Salary"] .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"0 results";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23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5D0F-339F-5D27-BAF5-2482CE0E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Delete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28408-B11A-6338-ACFE-230079EBB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445"/>
            <a:ext cx="10515600" cy="4351338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DELETE statement is used to delete records from a table:</a:t>
            </a: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some_column</a:t>
            </a:r>
            <a:r>
              <a:rPr lang="en-US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some_value</a:t>
            </a:r>
            <a:endParaRPr lang="en-I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716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F3D6-787B-1946-A54C-89880CA57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4AB23-E8AD-0F1E-CCF5-DCAB09095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8140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1AA7-5530-BD06-7717-F40C5910E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delete a record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"DELETE FROM Employee WHERE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=== TRUE)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"Record deleted successfully";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"Error deleting record: " . $conn-&gt;error;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37790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ACAE9-13B3-AE17-31CE-EC601D33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MySQL Update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1E1B-DE7B-5038-ED61-C52B004C9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UPDATE statement is used to update existing records in a table: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column1=value, column2=value2,...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some_column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some_value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62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3CB7-A3A5-3218-ACA7-92B89224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9D1C-401D-585C-D145-22054F0DD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77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1C56E-336B-1917-B453-2F0CBFB4E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"UPDATE Employee SET Salary=90000 WHERE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=== TRUE)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"Record updated successfully";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"Error updating record: " . $conn-&gt;error;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734011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C29D-8D75-20DD-6C74-37E10514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612A2-9CD7-8BA6-CD9F-A33AEB2CB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 Student Information&lt;/h1&gt;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 action="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student.php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method="post"&gt;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&lt;input type="text" name="name"&gt;&lt;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 &lt;input type="text" name="email"&gt;&lt;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type="submit"&gt;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&lt;/form&gt;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60603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D3A6-0AA4-9BCC-5763-83437844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Student.php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9F1C-D3A7-268F-7D53-4F6993B66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"localhost";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$username = "root";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$password = "";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"login";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$x=$_POST['name'];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$y=$_POST['email'];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Create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 = 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$username, $password,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connection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die("Connection failed: " . $conn-&gt;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connect_error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490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D7A6-2884-E277-13BE-8B8AC50B0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"INSERT INTO login (Name, email)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('$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x','$y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')";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($conn-&gt;query($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=== TRUE)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"New record created successfully";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"Error: " . $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 . $conn-&gt;error;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$conn-&gt;close();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630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2352</Words>
  <Application>Microsoft Office PowerPoint</Application>
  <PresentationFormat>Widescreen</PresentationFormat>
  <Paragraphs>326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Office Theme</vt:lpstr>
      <vt:lpstr>MODULE III:   PHP </vt:lpstr>
      <vt:lpstr>PHP MySQL Database</vt:lpstr>
      <vt:lpstr>PowerPoint Presentation</vt:lpstr>
      <vt:lpstr>PHP Connect to MySQL</vt:lpstr>
      <vt:lpstr>Example (MySQLi Object-Oriented)</vt:lpstr>
      <vt:lpstr>PHP Create a MySQL Database</vt:lpstr>
      <vt:lpstr>PowerPoint Presentation</vt:lpstr>
      <vt:lpstr>PHP MySQL Create Table</vt:lpstr>
      <vt:lpstr>PowerPoint Presentation</vt:lpstr>
      <vt:lpstr>PowerPoint Presentation</vt:lpstr>
      <vt:lpstr>PHP MySQL Insert Data</vt:lpstr>
      <vt:lpstr>PowerPoint Presentation</vt:lpstr>
      <vt:lpstr>Example</vt:lpstr>
      <vt:lpstr>PowerPoint Presentation</vt:lpstr>
      <vt:lpstr>PHP MySQL Insert Multiple Records</vt:lpstr>
      <vt:lpstr>PowerPoint Presentation</vt:lpstr>
      <vt:lpstr>PHP MySQL Select Data</vt:lpstr>
      <vt:lpstr>Example</vt:lpstr>
      <vt:lpstr>PowerPoint Presentation</vt:lpstr>
      <vt:lpstr>PowerPoint Presentation</vt:lpstr>
      <vt:lpstr>PHP MySQL Use The WHERE Clause</vt:lpstr>
      <vt:lpstr>Example</vt:lpstr>
      <vt:lpstr>PowerPoint Presentation</vt:lpstr>
      <vt:lpstr>PHP MySQL Delete Data</vt:lpstr>
      <vt:lpstr>Example</vt:lpstr>
      <vt:lpstr>PowerPoint Presentation</vt:lpstr>
      <vt:lpstr>PHP MySQL Update Data</vt:lpstr>
      <vt:lpstr>Example</vt:lpstr>
      <vt:lpstr>PowerPoint Presentation</vt:lpstr>
      <vt:lpstr>Example:  student.html</vt:lpstr>
      <vt:lpstr>Student.php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III:   PHP</dc:title>
  <dc:creator>Gnanakumar Ganesan</dc:creator>
  <cp:lastModifiedBy>Muthuraju V</cp:lastModifiedBy>
  <cp:revision>4</cp:revision>
  <dcterms:created xsi:type="dcterms:W3CDTF">2022-11-15T03:29:31Z</dcterms:created>
  <dcterms:modified xsi:type="dcterms:W3CDTF">2025-11-12T06:10:32Z</dcterms:modified>
</cp:coreProperties>
</file>